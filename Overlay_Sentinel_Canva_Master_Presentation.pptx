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Overlay Sentinel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AI-Powered Detection of Invisible Interview Copilots</a:t>
            </a:r>
          </a:p>
          <a:p>
            <a:pPr>
              <a:defRPr sz="2200"/>
            </a:pPr>
            <a:r>
              <a:t>InCruiter Hackathon Case Challenge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Presented by: Bhuvi Manchi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AI interview copilots (Cluely, Parakeet, FinalRound AI) secretly assist candidates.</a:t>
            </a:r>
          </a:p>
          <a:p>
            <a:pPr>
              <a:defRPr sz="2200"/>
            </a:pPr>
            <a:r>
              <a:t>• Hidden from screen sharing and recordings.</a:t>
            </a:r>
          </a:p>
          <a:p>
            <a:pPr>
              <a:defRPr sz="2200"/>
            </a:pPr>
            <a:r>
              <a:t>• Zero-install constraint.</a:t>
            </a:r>
          </a:p>
          <a:p>
            <a:pPr>
              <a:defRPr sz="2200"/>
            </a:pPr>
            <a:r>
              <a:t>• Need trustworthy detection with minimal false positives.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Challenge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1. No browser extensions or software.</a:t>
            </a:r>
          </a:p>
          <a:p>
            <a:pPr>
              <a:defRPr sz="2200"/>
            </a:pPr>
            <a:r>
              <a:t>2. Must work from interview webpage.</a:t>
            </a:r>
          </a:p>
          <a:p>
            <a:pPr>
              <a:defRPr sz="2200"/>
            </a:pPr>
            <a:r>
              <a:t>3. Respect candidate privacy.</a:t>
            </a:r>
          </a:p>
          <a:p>
            <a:pPr>
              <a:defRPr sz="2200"/>
            </a:pPr>
            <a:r>
              <a:t>4. Human reviewer makes final decision.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Our Core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Don't detect the software.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Detect the behaviour it forces:</a:t>
            </a:r>
          </a:p>
          <a:p>
            <a:pPr>
              <a:defRPr sz="2200"/>
            </a:pPr>
            <a:r>
              <a:t>• Reading hidden text</a:t>
            </a:r>
          </a:p>
          <a:p>
            <a:pPr>
              <a:defRPr sz="2200"/>
            </a:pPr>
            <a:r>
              <a:t>• Predictable response latency</a:t>
            </a:r>
          </a:p>
          <a:p>
            <a:pPr>
              <a:defRPr sz="2200"/>
            </a:pPr>
            <a:r>
              <a:t>• AI-generated answer style</a:t>
            </a:r>
          </a:p>
          <a:p>
            <a:pPr>
              <a:defRPr sz="2200"/>
            </a:pPr>
            <a:r>
              <a:t>• Eye movement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Seven behavioural signals:</a:t>
            </a:r>
          </a:p>
          <a:p>
            <a:pPr>
              <a:defRPr sz="2200"/>
            </a:pPr>
            <a:r>
              <a:t>1. Reading-pattern gaze</a:t>
            </a:r>
          </a:p>
          <a:p>
            <a:pPr>
              <a:defRPr sz="2200"/>
            </a:pPr>
            <a:r>
              <a:t>2. Off-camera fixation</a:t>
            </a:r>
          </a:p>
          <a:p>
            <a:pPr>
              <a:defRPr sz="2200"/>
            </a:pPr>
            <a:r>
              <a:t>3. LLM similarity</a:t>
            </a:r>
          </a:p>
          <a:p>
            <a:pPr>
              <a:defRPr sz="2200"/>
            </a:pPr>
            <a:r>
              <a:t>4. Uniform latency</a:t>
            </a:r>
          </a:p>
          <a:p>
            <a:pPr>
              <a:defRPr sz="2200"/>
            </a:pPr>
            <a:r>
              <a:t>5. Virtual audio device</a:t>
            </a:r>
          </a:p>
          <a:p>
            <a:pPr>
              <a:defRPr sz="2200"/>
            </a:pPr>
            <a:r>
              <a:t>6. Screen-share evasion</a:t>
            </a:r>
          </a:p>
          <a:p>
            <a:pPr>
              <a:defRPr sz="2200"/>
            </a:pPr>
            <a:r>
              <a:t>7. Multi-monitor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Candidate Browser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Camera + Mic + Browser APIs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Next.js Backend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Risk Scoring Engine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Reviewer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Detection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Question Asked → Audio Capture → Speech-to-Text → Gaze Analysis → Behaviour Scoring → Risk Score → Reviewer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Risk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Low Risk (0-30)</a:t>
            </a:r>
          </a:p>
          <a:p>
            <a:pPr>
              <a:defRPr sz="2200"/>
            </a:pPr>
            <a:r>
              <a:t>Medium Risk (31-60)</a:t>
            </a:r>
          </a:p>
          <a:p>
            <a:pPr>
              <a:defRPr sz="2200"/>
            </a:pPr>
            <a:r>
              <a:t>High Risk (61-100)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Weighted scoring avoids false positives.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Frontend: Next.js + React</a:t>
            </a:r>
          </a:p>
          <a:p>
            <a:pPr>
              <a:defRPr sz="2200"/>
            </a:pPr>
            <a:r>
              <a:t>Backend: Next.js API</a:t>
            </a:r>
          </a:p>
          <a:p>
            <a:pPr>
              <a:defRPr sz="2200"/>
            </a:pPr>
            <a:r>
              <a:t>Vision: MediaPipe</a:t>
            </a:r>
          </a:p>
          <a:p>
            <a:pPr>
              <a:defRPr sz="2200"/>
            </a:pPr>
            <a:r>
              <a:t>Speech: Web Speech API</a:t>
            </a:r>
          </a:p>
          <a:p>
            <a:pPr>
              <a:defRPr sz="2200"/>
            </a:pPr>
            <a:r>
              <a:t>AI: Claude API</a:t>
            </a:r>
          </a:p>
          <a:p>
            <a:pPr>
              <a:defRPr sz="2200"/>
            </a:pPr>
            <a:r>
              <a:t>Transport: SSE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Demo Flow:</a:t>
            </a:r>
          </a:p>
          <a:p>
            <a:pPr>
              <a:defRPr sz="2200"/>
            </a:pPr>
            <a:r>
              <a:t>• Reviewer asks question</a:t>
            </a:r>
          </a:p>
          <a:p>
            <a:pPr>
              <a:defRPr sz="2200"/>
            </a:pPr>
            <a:r>
              <a:t>• Candidate answers</a:t>
            </a:r>
          </a:p>
          <a:p>
            <a:pPr>
              <a:defRPr sz="2200"/>
            </a:pPr>
            <a:r>
              <a:t>• Signals collected</a:t>
            </a:r>
          </a:p>
          <a:p>
            <a:pPr>
              <a:defRPr sz="2200"/>
            </a:pPr>
            <a:r>
              <a:t>• Dashboard updates live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Show honest run then cheating run.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Privacy &amp;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Consent-first</a:t>
            </a:r>
          </a:p>
          <a:p>
            <a:pPr>
              <a:defRPr sz="2200"/>
            </a:pPr>
            <a:r>
              <a:t>• No raw video stored</a:t>
            </a:r>
          </a:p>
          <a:p>
            <a:pPr>
              <a:defRPr sz="2200"/>
            </a:pPr>
            <a:r>
              <a:t>• Behavioural metrics only</a:t>
            </a:r>
          </a:p>
          <a:p>
            <a:pPr>
              <a:defRPr sz="2200"/>
            </a:pPr>
            <a:r>
              <a:t>• Advisory system—not automatic rejection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Second phone/device</a:t>
            </a:r>
          </a:p>
          <a:p>
            <a:pPr>
              <a:defRPr sz="2200"/>
            </a:pPr>
            <a:r>
              <a:t>• Human whisperer</a:t>
            </a:r>
          </a:p>
          <a:p>
            <a:pPr>
              <a:defRPr sz="2200"/>
            </a:pPr>
            <a:r>
              <a:t>• Poor lighting</a:t>
            </a:r>
          </a:p>
          <a:p>
            <a:pPr>
              <a:defRPr sz="2200"/>
            </a:pPr>
            <a:r>
              <a:t>• Strong candidates may resemble AI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No claim of 100% detection.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• Better gaze calibration</a:t>
            </a:r>
          </a:p>
          <a:p>
            <a:pPr>
              <a:defRPr sz="2200"/>
            </a:pPr>
            <a:r>
              <a:t>• Phone detection</a:t>
            </a:r>
          </a:p>
          <a:p>
            <a:pPr>
              <a:defRPr sz="2200"/>
            </a:pPr>
            <a:r>
              <a:t>• Active challenge questions</a:t>
            </a:r>
          </a:p>
          <a:p>
            <a:pPr>
              <a:defRPr sz="2200"/>
            </a:pPr>
            <a:r>
              <a:t>• Personalized behavioural baselines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Rubric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Detection: ✔</a:t>
            </a:r>
          </a:p>
          <a:p>
            <a:pPr>
              <a:defRPr sz="2200"/>
            </a:pPr>
            <a:r>
              <a:t>Creativity: ✔</a:t>
            </a:r>
          </a:p>
          <a:p>
            <a:pPr>
              <a:defRPr sz="2200"/>
            </a:pPr>
            <a:r>
              <a:t>Low False Alarms: ✔</a:t>
            </a:r>
          </a:p>
          <a:p>
            <a:pPr>
              <a:defRPr sz="2200"/>
            </a:pPr>
            <a:r>
              <a:t>Reviewer Experience: ✔</a:t>
            </a:r>
          </a:p>
          <a:p>
            <a:pPr>
              <a:defRPr sz="2200"/>
            </a:pPr>
            <a:r>
              <a:t>Honesty &amp; Rigor: 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68580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Questions?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The overlay is invisible.</a:t>
            </a:r>
          </a:p>
          <a:p>
            <a:pPr>
              <a:defRPr sz="2200"/>
            </a:pPr>
            <a:r>
              <a:t>The behaviour isn't.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0" y="1097280"/>
            <a:ext cx="3017520" cy="4389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CANVA VISUAL</a:t>
            </a:r>
          </a:p>
          <a:p>
            <a:r>
              <a:t>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